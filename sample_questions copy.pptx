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Question 1: What is Python?</a:t>
            </a:r>
            <a:br/>
            <a:r>
              <a:t>A) A snake</a:t>
            </a:r>
            <a:br/>
            <a:r>
              <a:t>B) A programming language</a:t>
            </a:r>
            <a:br/>
            <a:r>
              <a:t>C) A game</a:t>
            </a:r>
            <a:br/>
            <a:r>
              <a:t>D) None of the above</a:t>
            </a:r>
            <a:br/>
            <a:r>
              <a:t>Answer: B</a:t>
            </a:r>
            <a:br/>
            <a:r>
              <a:t>Explanation: Python is a high-level programming language used for web development, data science, and automation.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Question 2: Which of the following is a valid Python data type?</a:t>
            </a:r>
            <a:br/>
            <a:r>
              <a:t>A) Integer</a:t>
            </a:r>
            <a:br/>
            <a:r>
              <a:t>B) String</a:t>
            </a:r>
            <a:br/>
            <a:r>
              <a:t>C) List</a:t>
            </a:r>
            <a:br/>
            <a:r>
              <a:t>D) All of the above</a:t>
            </a:r>
            <a:br/>
            <a:r>
              <a:t>Answer: D</a:t>
            </a:r>
            <a:br/>
            <a:r>
              <a:t>Explanation: Python supports multiple data types including integers, strings, lists, tuples, and dictionaries.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Question 3: What does HTML stand for?</a:t>
            </a:r>
            <a:br/>
            <a:r>
              <a:t>A) Hyper Text Markup Language</a:t>
            </a:r>
            <a:br/>
            <a:r>
              <a:t>B) High Tech Modern Language</a:t>
            </a:r>
            <a:br/>
            <a:r>
              <a:t>C) Home Tool Markup Language</a:t>
            </a:r>
            <a:br/>
            <a:r>
              <a:t>D) Hyperlinks and Text Markup Language</a:t>
            </a:r>
            <a:br/>
            <a:r>
              <a:t>Answer: A</a:t>
            </a:r>
            <a:br/>
            <a:r>
              <a:t>Explanation: HTML stands for Hyper Text Markup Language and is the standard markup language for creating web pages.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Question 4: What is the result of 2 + 2 in Python?</a:t>
            </a:r>
            <a:br/>
            <a:r>
              <a:t>A) 3</a:t>
            </a:r>
            <a:br/>
            <a:r>
              <a:t>B) 4</a:t>
            </a:r>
            <a:br/>
            <a:r>
              <a:t>C) 5</a:t>
            </a:r>
            <a:br/>
            <a:r>
              <a:t>D) 22</a:t>
            </a:r>
            <a:br/>
            <a:r>
              <a:t>Answer: B</a:t>
            </a:r>
            <a:br/>
            <a:r>
              <a:t>Explanation: In Python, the + operator performs addition for numbers, so 2 + 2 equals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Question 5: Which keyword is used to define a function in Python?</a:t>
            </a:r>
            <a:br/>
            <a:r>
              <a:t>A) function</a:t>
            </a:r>
            <a:br/>
            <a:r>
              <a:t>B) def</a:t>
            </a:r>
            <a:br/>
            <a:r>
              <a:t>C) func</a:t>
            </a:r>
            <a:br/>
            <a:r>
              <a:t>D) define</a:t>
            </a:r>
            <a:br/>
            <a:r>
              <a:t>Answer: B</a:t>
            </a:r>
            <a:br/>
            <a:r>
              <a:t>Explanation: The "def" keyword is used to define a function in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